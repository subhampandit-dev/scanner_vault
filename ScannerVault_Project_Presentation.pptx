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685800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941832"/>
            <a:ext cx="1417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tos"/>
              </a:rPr>
              <a:t>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2384" y="941832"/>
            <a:ext cx="1051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2563EB"/>
                </a:solidFill>
                <a:latin typeface="Aptos"/>
              </a:rPr>
              <a:t>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8521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Aptos"/>
              </a:rPr>
              <a:t>Your documents.\nOrganized. Searchable. Secure.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657600"/>
            <a:ext cx="52120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An intelligent document vault with scanning, OCR, AI summaries, and conversational 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14400"/>
            <a:ext cx="51663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dashbo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644463"/>
            <a:ext cx="5020056" cy="2791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58978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6217920"/>
            <a:ext cx="4389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MERN Stack  •  OCR  • 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The problem we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Documents are easy to collect—and surprisingly hard to manage.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54864" cy="16093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0195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Scattered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310896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Certificates, invoices, and records get spread across folders and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47088"/>
            <a:ext cx="54864" cy="16093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Hard to find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10896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Opening files one by one to locate a date, name, or amount wastes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47088"/>
            <a:ext cx="54864" cy="16093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Manual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10896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Organizing, extracting text, and summarizing documents can be repetitive.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10881360" cy="15087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ScannerVault brings the workflow into one 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9966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Upload → Extract → Understand → Search → Organize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What ScannerVault can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single workspace for document storage and AI-powered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54864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Secure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Register and sign in to access a personal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01368"/>
            <a:ext cx="54864" cy="13533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Document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Upload PDF and image files through a simple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01368"/>
            <a:ext cx="54864" cy="13533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Vault &amp; folders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2199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Browse documents and organize them into folders.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813048"/>
            <a:ext cx="54864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6791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OCR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Turn document text into searchable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813048"/>
            <a:ext cx="54864" cy="13533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6791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AI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3367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Get key points without reading every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813048"/>
            <a:ext cx="54864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867912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Ask Your Vault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233672"/>
            <a:ext cx="30632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Ask questions grounded in text from stored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 clean, simple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Account access and dashboard overview.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83464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gistra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19857"/>
            <a:ext cx="2724912" cy="41040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11880" y="1645920"/>
            <a:ext cx="283464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login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942734"/>
            <a:ext cx="2724911" cy="36583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645920"/>
            <a:ext cx="49377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dashboard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429379"/>
            <a:ext cx="4828032" cy="26850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9618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5961888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961888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Dashboard at a glance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Upload and organize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scan page gets files into the vault; folders keep them easy to find.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00" cy="4160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scann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283363"/>
            <a:ext cx="5376672" cy="29770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691640"/>
            <a:ext cx="5166360" cy="4160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my_vault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377423"/>
            <a:ext cx="5056632" cy="27889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89320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01  Upload a PDF or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989320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02  Browse, search, and assign folders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From raw files to useful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OCR makes document content searchable; AI summaries make it quicker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48640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OCR_extraction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372944"/>
            <a:ext cx="5376672" cy="29807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691640"/>
            <a:ext cx="5166360" cy="4343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AI_summary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459893"/>
            <a:ext cx="5056632" cy="28068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10819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OCR / extracted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6108192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AI-generated document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Ask Your Vault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conversational way to retrieve information from your own document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5836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Askyour-vaul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79397"/>
            <a:ext cx="6473952" cy="3613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828800"/>
            <a:ext cx="3566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Example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331720"/>
            <a:ext cx="3657600" cy="23774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ptos"/>
              </a:defRPr>
            </a:pPr>
            <a:r>
              <a:t>•  Summarize my documents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ptos"/>
              </a:defRPr>
            </a:pPr>
            <a:r>
              <a:t>•  What important dates are in my documents?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ptos"/>
              </a:defRPr>
            </a:pPr>
            <a:r>
              <a:t>•  Find my college details</a:t>
            </a:r>
          </a:p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ptos"/>
              </a:defRPr>
            </a:pPr>
            <a:r>
              <a:t>•  What information is available in my vault?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892040"/>
            <a:ext cx="3566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5001768"/>
            <a:ext cx="54864" cy="7406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5056631"/>
            <a:ext cx="3200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Grounded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5422392"/>
            <a:ext cx="3200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Answers use text extracted from stored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 safer document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Accidental deletion does not have to mean losing a document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64922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Trash_Restor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23889"/>
            <a:ext cx="6382512" cy="35417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82880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938528"/>
            <a:ext cx="54864" cy="9235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8" y="1993392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Restore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8" y="2359152"/>
            <a:ext cx="34747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Bring a deleted document back to the vault.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246120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355848"/>
            <a:ext cx="54864" cy="9235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8" y="3410712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Delete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3776472"/>
            <a:ext cx="3474720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Permanently remove items when they are no longer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800600"/>
            <a:ext cx="3657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The Trash page keeps recovery actions clear and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Technology stack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32688"/>
            <a:ext cx="685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 modular architecture connects the interface, API, database, storage, and AI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67128"/>
            <a:ext cx="54864" cy="1380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221992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87752"/>
            <a:ext cx="173736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React • Tailwind CSS\nReact Router • Axios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263347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205740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2072" y="2167128"/>
            <a:ext cx="54864" cy="1380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221992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87752"/>
            <a:ext cx="173736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Node.js • Express\nJWT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63347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205740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21224" y="2167128"/>
            <a:ext cx="54864" cy="1380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2221992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587752"/>
            <a:ext cx="173736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MongoDB • Mongoose\nDocument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63347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0376" y="205740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0376" y="2167128"/>
            <a:ext cx="54864" cy="1380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2221992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File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587752"/>
            <a:ext cx="173736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Cloudinary\nUploaded 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633472"/>
            <a:ext cx="228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9528" y="205740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2167128"/>
            <a:ext cx="54864" cy="1380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2221992"/>
            <a:ext cx="1737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AI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0696" y="2587752"/>
            <a:ext cx="1737360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ptos"/>
              </a:rPr>
              <a:t>Tesseract OCR • FastAPI\nGemini API for summaries /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25196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Typical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8288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956048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Sign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32888" y="495604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98648" y="4800600"/>
            <a:ext cx="18288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4956048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495604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11496" y="4800600"/>
            <a:ext cx="18288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4648" y="4956048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Extract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8583" y="495604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24344" y="4800600"/>
            <a:ext cx="18288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956048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Summarize / 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4956048"/>
            <a:ext cx="2560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37192" y="4800600"/>
            <a:ext cx="182880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956048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Store &amp; retrieve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45720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Aptos"/>
              </a:rPr>
              <a:t>ScannerVault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65836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563EB"/>
                </a:solidFill>
                <a:latin typeface="Aptos"/>
              </a:rPr>
              <a:t>One vault. Smarter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57607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Aptos"/>
              </a:rPr>
              <a:t>ScannerVault combines secure document storage with OCR and AI so users can organize files, understand their contents, and find details with natural-language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234440"/>
            <a:ext cx="45262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ashbo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720838"/>
            <a:ext cx="4416552" cy="2456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166360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6928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to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43600"/>
            <a:ext cx="4023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Aptos"/>
              </a:rPr>
              <a:t>MERN Stack  •  OCR  •  Generative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